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USER" initials="U" lastIdx="3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72" y="108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commentAuthors" Target="commentAuthor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826858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646620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313423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8841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387568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454551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024424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948390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184687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809934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08085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677A5048-AFC8-4D42-99FA-42D8BE4560A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75617BF9-2DCF-4D71-B09A-D4677E5FE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360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%"/>
        </a:lnSpc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jpe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87730" y="4269512"/>
            <a:ext cx="257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게임명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프로모션</a:t>
            </a:r>
            <a:r>
              <a:rPr lang="en-US" altLang="ko-KR" dirty="0" smtClean="0"/>
              <a:t>(</a:t>
            </a:r>
            <a:r>
              <a:rPr lang="ko-KR" altLang="en-US" dirty="0" smtClean="0"/>
              <a:t>임시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87730" y="2884517"/>
            <a:ext cx="83542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err="1" smtClean="0"/>
              <a:t>로그라이크</a:t>
            </a:r>
            <a:r>
              <a:rPr lang="ko-KR" altLang="en-US" sz="4800" dirty="0" smtClean="0"/>
              <a:t> 디펜스 게임 제작</a:t>
            </a:r>
            <a:endParaRPr lang="ko-KR" altLang="en-US" sz="4800" dirty="0"/>
          </a:p>
        </p:txBody>
      </p:sp>
      <p:sp>
        <p:nvSpPr>
          <p:cNvPr id="6" name="TextBox 5"/>
          <p:cNvSpPr txBox="1"/>
          <p:nvPr/>
        </p:nvSpPr>
        <p:spPr>
          <a:xfrm>
            <a:off x="8753302" y="3715514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박상현</a:t>
            </a:r>
            <a:endParaRPr lang="en-US" altLang="ko-KR" dirty="0" smtClean="0"/>
          </a:p>
          <a:p>
            <a:r>
              <a:rPr lang="ko-KR" altLang="en-US" dirty="0" smtClean="0"/>
              <a:t>임준서</a:t>
            </a:r>
            <a:endParaRPr lang="en-US" altLang="ko-KR" dirty="0" smtClean="0"/>
          </a:p>
          <a:p>
            <a:r>
              <a:rPr lang="ko-KR" altLang="en-US" dirty="0" smtClean="0"/>
              <a:t>김도연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936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464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1. </a:t>
            </a:r>
            <a:r>
              <a:rPr lang="ko-KR" altLang="en-US" sz="2400" dirty="0" smtClean="0"/>
              <a:t>게임 컨셉</a:t>
            </a:r>
            <a:endParaRPr lang="ko-KR" altLang="en-US" sz="2400" dirty="0"/>
          </a:p>
        </p:txBody>
      </p:sp>
      <p:pic>
        <p:nvPicPr>
          <p:cNvPr id="9" name="내용 개체 틀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90" y="3144288"/>
            <a:ext cx="4839393" cy="2738711"/>
          </a:xfrm>
        </p:spPr>
      </p:pic>
      <p:sp>
        <p:nvSpPr>
          <p:cNvPr id="10" name="TextBox 9"/>
          <p:cNvSpPr txBox="1"/>
          <p:nvPr/>
        </p:nvSpPr>
        <p:spPr>
          <a:xfrm>
            <a:off x="838200" y="5893723"/>
            <a:ext cx="14727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게임 </a:t>
            </a:r>
            <a:r>
              <a:rPr lang="en-US" altLang="ko-KR" sz="1100" dirty="0" smtClean="0"/>
              <a:t>- </a:t>
            </a:r>
            <a:r>
              <a:rPr lang="en-US" altLang="ko-KR" sz="1100" dirty="0" err="1" smtClean="0"/>
              <a:t>Gambonanza</a:t>
            </a:r>
            <a:endParaRPr lang="ko-KR" alt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838200" y="846688"/>
            <a:ext cx="102579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로그라이크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랜덤성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smtClean="0"/>
              <a:t>디펜스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체스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킹과 폰으로만 시작해서 상대 기물을 잡을 때마다 </a:t>
            </a:r>
            <a:r>
              <a:rPr lang="ko-KR" altLang="en-US" dirty="0" err="1" smtClean="0"/>
              <a:t>랜덤한</a:t>
            </a:r>
            <a:r>
              <a:rPr lang="ko-KR" altLang="en-US" dirty="0" smtClean="0"/>
              <a:t> 보상을 받아</a:t>
            </a:r>
            <a:endParaRPr lang="en-US" altLang="ko-KR" dirty="0" smtClean="0"/>
          </a:p>
          <a:p>
            <a:r>
              <a:rPr lang="ko-KR" altLang="en-US" dirty="0" smtClean="0"/>
              <a:t>얻은 보상으로 기물이나 게임 진행에 도움이 되는 효과를 구매하면서 스테이지를 진행하며</a:t>
            </a:r>
            <a:endParaRPr lang="en-US" altLang="ko-KR" dirty="0" smtClean="0"/>
          </a:p>
          <a:p>
            <a:r>
              <a:rPr lang="ko-KR" altLang="en-US" dirty="0" smtClean="0"/>
              <a:t>마지막 스테이지를 클리어하는 것을 목표로 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스테이지를 진행하면서 체스 기물들의 </a:t>
            </a:r>
            <a:r>
              <a:rPr lang="ko-KR" altLang="en-US" dirty="0" err="1" smtClean="0"/>
              <a:t>행마법을</a:t>
            </a:r>
            <a:r>
              <a:rPr lang="ko-KR" altLang="en-US" dirty="0" smtClean="0"/>
              <a:t> 배우고</a:t>
            </a:r>
            <a:endParaRPr lang="en-US" altLang="ko-KR" dirty="0" smtClean="0"/>
          </a:p>
          <a:p>
            <a:r>
              <a:rPr lang="ko-KR" altLang="en-US" dirty="0" smtClean="0"/>
              <a:t>추가로 현대에 많은 사람들이 만들어낸 변형 체스 기물들에 대해서도 배울 수 있게 한다 </a:t>
            </a:r>
            <a:endParaRPr lang="en-US" altLang="ko-KR" dirty="0" smtClean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222" y="3133564"/>
            <a:ext cx="4887884" cy="27494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37565" y="5893723"/>
            <a:ext cx="2514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식물 대 좀비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8089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972590"/>
            <a:ext cx="102579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게임 시작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스테이지 입장</a:t>
            </a:r>
            <a:r>
              <a:rPr lang="en-US" altLang="ko-KR" dirty="0" smtClean="0"/>
              <a:t>(</a:t>
            </a:r>
            <a:r>
              <a:rPr lang="ko-KR" altLang="en-US" dirty="0" smtClean="0"/>
              <a:t>플레이어 행동</a:t>
            </a:r>
            <a:r>
              <a:rPr lang="en-US" altLang="ko-KR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내가 가지고 있는 기물을 선택해서 어디에 배치할 것인지</a:t>
            </a:r>
            <a:r>
              <a:rPr lang="en-US" altLang="ko-KR" dirty="0" smtClean="0"/>
              <a:t> </a:t>
            </a:r>
            <a:r>
              <a:rPr lang="ko-KR" altLang="en-US" dirty="0" smtClean="0"/>
              <a:t>선택하고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기물을 </a:t>
            </a:r>
            <a:r>
              <a:rPr lang="ko-KR" altLang="en-US" dirty="0" err="1" smtClean="0"/>
              <a:t>맵에</a:t>
            </a:r>
            <a:r>
              <a:rPr lang="ko-KR" altLang="en-US" dirty="0" smtClean="0"/>
              <a:t> 배치 완료 후 스테이지 시작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스테이지 단계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err="1" smtClean="0"/>
              <a:t>행동력</a:t>
            </a:r>
            <a:r>
              <a:rPr lang="en-US" altLang="ko-KR" dirty="0" smtClean="0"/>
              <a:t>(</a:t>
            </a:r>
            <a:r>
              <a:rPr lang="ko-KR" altLang="en-US" dirty="0" smtClean="0"/>
              <a:t>스테이지 단계 진행 중 사용 가능한 재화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이용하여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배치되어 있는 기물을 움직일 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강화할 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새로운 기물을 배치할 지 선택하도록 함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모든 적을 처치하면 스테이지 </a:t>
            </a:r>
            <a:r>
              <a:rPr lang="ko-KR" altLang="en-US" dirty="0" err="1" smtClean="0"/>
              <a:t>클리어</a:t>
            </a:r>
            <a:endParaRPr lang="en-US" altLang="ko-KR" dirty="0" smtClean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46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2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게임 진행 과정</a:t>
            </a:r>
            <a:endParaRPr lang="ko-KR" altLang="en-US" sz="24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15" y="3370988"/>
            <a:ext cx="5370021" cy="314817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787" y="3370988"/>
            <a:ext cx="3039200" cy="31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2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972590"/>
            <a:ext cx="102579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재화 획득 및 소비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스테이지 </a:t>
            </a:r>
            <a:r>
              <a:rPr lang="ko-KR" altLang="en-US" dirty="0" err="1" smtClean="0"/>
              <a:t>클리어</a:t>
            </a:r>
            <a:r>
              <a:rPr lang="ko-KR" altLang="en-US" dirty="0" smtClean="0"/>
              <a:t> 시 획득하는 재화를 이용해서</a:t>
            </a:r>
            <a:endParaRPr lang="en-US" altLang="ko-KR" dirty="0" smtClean="0"/>
          </a:p>
          <a:p>
            <a:r>
              <a:rPr lang="ko-KR" altLang="en-US" dirty="0" smtClean="0"/>
              <a:t>   새로운 기물을 구매하거나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게임 진행에 도움이 되는 아이템을 구매한다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위 같은 방식으로 스테이지를 진행하면서 마지막 최종 스테이지까지 도달한다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엔딩 스테이지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마지막 스테이지는 기존의 방어만 하던 스테이지에서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체스의 </a:t>
            </a:r>
            <a:r>
              <a:rPr lang="ko-KR" altLang="en-US" dirty="0" err="1" smtClean="0"/>
              <a:t>체크메이트처럼</a:t>
            </a:r>
            <a:r>
              <a:rPr lang="ko-KR" altLang="en-US" dirty="0" smtClean="0"/>
              <a:t> 직접 공격하여 적 킹을 </a:t>
            </a:r>
            <a:r>
              <a:rPr lang="ko-KR" altLang="en-US" dirty="0" err="1" smtClean="0"/>
              <a:t>체크메이트시켜</a:t>
            </a:r>
            <a:r>
              <a:rPr lang="ko-KR" altLang="en-US" dirty="0" smtClean="0"/>
              <a:t> 게임에서 승리한다</a:t>
            </a:r>
            <a:endParaRPr lang="en-US" altLang="ko-KR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46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2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게임 진행 과정</a:t>
            </a:r>
            <a:endParaRPr lang="ko-KR" altLang="en-US" sz="2400" dirty="0"/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015" y="3296428"/>
            <a:ext cx="3368040" cy="314581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111" y="3280914"/>
            <a:ext cx="3162665" cy="317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32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881150"/>
            <a:ext cx="1025790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dirty="0" smtClean="0"/>
              <a:t>1. </a:t>
            </a:r>
            <a:r>
              <a:rPr lang="ko-KR" altLang="en-US" dirty="0" smtClean="0"/>
              <a:t>체스 </a:t>
            </a:r>
            <a:r>
              <a:rPr lang="ko-KR" altLang="en-US" dirty="0"/>
              <a:t>룰 적용 </a:t>
            </a:r>
            <a:r>
              <a:rPr lang="en-US" altLang="ko-KR" dirty="0"/>
              <a:t>(</a:t>
            </a:r>
            <a:r>
              <a:rPr lang="ko-KR" altLang="en-US" dirty="0" smtClean="0"/>
              <a:t>맵 디자인 </a:t>
            </a:r>
            <a:r>
              <a:rPr lang="en-US" altLang="ko-KR" dirty="0"/>
              <a:t>- </a:t>
            </a:r>
            <a:r>
              <a:rPr lang="ko-KR" altLang="en-US" dirty="0" err="1"/>
              <a:t>체스판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/>
              <a:t>체스 기물 </a:t>
            </a:r>
            <a:r>
              <a:rPr lang="ko-KR" altLang="en-US" dirty="0" err="1"/>
              <a:t>행마법</a:t>
            </a:r>
            <a:r>
              <a:rPr lang="ko-KR" altLang="en-US" dirty="0"/>
              <a:t> 구현</a:t>
            </a:r>
            <a:r>
              <a:rPr lang="en-US" altLang="ko-KR" dirty="0" smtClean="0"/>
              <a:t>)</a:t>
            </a:r>
          </a:p>
          <a:p>
            <a:pPr fontAlgn="base"/>
            <a:endParaRPr lang="en-US" altLang="ko-KR" dirty="0"/>
          </a:p>
          <a:p>
            <a:pPr fontAlgn="base"/>
            <a:r>
              <a:rPr lang="en-US" altLang="ko-KR" dirty="0" smtClean="0"/>
              <a:t>2. </a:t>
            </a:r>
            <a:r>
              <a:rPr lang="ko-KR" altLang="en-US" dirty="0" smtClean="0"/>
              <a:t>재화 </a:t>
            </a:r>
            <a:r>
              <a:rPr lang="ko-KR" altLang="en-US" dirty="0"/>
              <a:t>및 </a:t>
            </a:r>
            <a:r>
              <a:rPr lang="en-US" altLang="ko-KR" dirty="0" smtClean="0"/>
              <a:t>RNG </a:t>
            </a:r>
            <a:r>
              <a:rPr lang="ko-KR" altLang="en-US" dirty="0" err="1" smtClean="0"/>
              <a:t>로그라이크</a:t>
            </a:r>
            <a:r>
              <a:rPr lang="ko-KR" altLang="en-US" dirty="0" smtClean="0"/>
              <a:t> </a:t>
            </a:r>
            <a:r>
              <a:rPr lang="ko-KR" altLang="en-US" dirty="0"/>
              <a:t>시스템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 fontAlgn="base"/>
            <a:r>
              <a:rPr lang="en-US" altLang="ko-KR" dirty="0" smtClean="0"/>
              <a:t>(</a:t>
            </a:r>
            <a:r>
              <a:rPr lang="ko-KR" altLang="en-US" dirty="0"/>
              <a:t>매 스테이지 </a:t>
            </a:r>
            <a:r>
              <a:rPr lang="ko-KR" altLang="en-US" dirty="0" err="1"/>
              <a:t>클리어</a:t>
            </a:r>
            <a:r>
              <a:rPr lang="ko-KR" altLang="en-US" dirty="0"/>
              <a:t> 시 마다 상점에 </a:t>
            </a:r>
            <a:r>
              <a:rPr lang="ko-KR" altLang="en-US" dirty="0" err="1"/>
              <a:t>랜덤하게</a:t>
            </a:r>
            <a:r>
              <a:rPr lang="ko-KR" altLang="en-US" dirty="0"/>
              <a:t> </a:t>
            </a:r>
            <a:r>
              <a:rPr lang="ko-KR" altLang="en-US" dirty="0" smtClean="0"/>
              <a:t>구매 가능한 </a:t>
            </a:r>
            <a:r>
              <a:rPr lang="ko-KR" altLang="en-US" dirty="0"/>
              <a:t>체스 기물들 </a:t>
            </a:r>
            <a:r>
              <a:rPr lang="ko-KR" altLang="en-US" dirty="0" err="1" smtClean="0"/>
              <a:t>로직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/>
              <a:t>상점시스템</a:t>
            </a:r>
            <a:r>
              <a:rPr lang="ko-KR" altLang="en-US" dirty="0"/>
              <a:t> 구현</a:t>
            </a:r>
            <a:r>
              <a:rPr lang="en-US" altLang="ko-KR" dirty="0" smtClean="0"/>
              <a:t>)</a:t>
            </a:r>
          </a:p>
          <a:p>
            <a:pPr fontAlgn="base"/>
            <a:endParaRPr lang="en-US" altLang="ko-KR" dirty="0"/>
          </a:p>
          <a:p>
            <a:pPr fontAlgn="base"/>
            <a:r>
              <a:rPr lang="en-US" altLang="ko-KR" dirty="0" smtClean="0"/>
              <a:t>3. </a:t>
            </a:r>
            <a:r>
              <a:rPr lang="ko-KR" altLang="en-US" dirty="0" smtClean="0"/>
              <a:t>체스 </a:t>
            </a:r>
            <a:r>
              <a:rPr lang="ko-KR" altLang="en-US" dirty="0"/>
              <a:t>기물 </a:t>
            </a:r>
            <a:r>
              <a:rPr lang="ko-KR" altLang="en-US" dirty="0" err="1"/>
              <a:t>행마법</a:t>
            </a:r>
            <a:r>
              <a:rPr lang="ko-KR" altLang="en-US" dirty="0"/>
              <a:t> </a:t>
            </a:r>
            <a:r>
              <a:rPr lang="ko-KR" altLang="en-US" dirty="0" err="1"/>
              <a:t>튜토리얼</a:t>
            </a:r>
            <a:r>
              <a:rPr lang="ko-KR" altLang="en-US" dirty="0"/>
              <a:t>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 fontAlgn="base"/>
            <a:r>
              <a:rPr lang="en-US" altLang="ko-KR" dirty="0" smtClean="0"/>
              <a:t>(</a:t>
            </a:r>
            <a:r>
              <a:rPr lang="ko-KR" altLang="en-US" dirty="0"/>
              <a:t>체스를 </a:t>
            </a:r>
            <a:r>
              <a:rPr lang="ko-KR" altLang="en-US" dirty="0" smtClean="0"/>
              <a:t>해보지 않은 사람도 알 수 </a:t>
            </a:r>
            <a:r>
              <a:rPr lang="ko-KR" altLang="en-US" dirty="0"/>
              <a:t>있</a:t>
            </a:r>
            <a:r>
              <a:rPr lang="ko-KR" altLang="en-US" dirty="0" smtClean="0"/>
              <a:t>게 </a:t>
            </a:r>
            <a:r>
              <a:rPr lang="ko-KR" altLang="en-US" dirty="0"/>
              <a:t>새로운 기물 </a:t>
            </a:r>
            <a:r>
              <a:rPr lang="ko-KR" altLang="en-US" dirty="0" smtClean="0"/>
              <a:t>획득 시 </a:t>
            </a:r>
            <a:r>
              <a:rPr lang="ko-KR" altLang="en-US" dirty="0" err="1"/>
              <a:t>행마법</a:t>
            </a:r>
            <a:r>
              <a:rPr lang="ko-KR" altLang="en-US" dirty="0"/>
              <a:t> </a:t>
            </a:r>
            <a:r>
              <a:rPr lang="ko-KR" altLang="en-US" dirty="0" err="1" smtClean="0"/>
              <a:t>튜토리얼</a:t>
            </a:r>
            <a:r>
              <a:rPr lang="ko-KR" altLang="en-US" dirty="0" smtClean="0"/>
              <a:t>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구현</a:t>
            </a:r>
            <a:r>
              <a:rPr lang="en-US" altLang="ko-KR" dirty="0" smtClean="0"/>
              <a:t>)</a:t>
            </a:r>
          </a:p>
          <a:p>
            <a:pPr fontAlgn="base"/>
            <a:endParaRPr lang="en-US" altLang="ko-KR" dirty="0"/>
          </a:p>
          <a:p>
            <a:pPr fontAlgn="base"/>
            <a:r>
              <a:rPr lang="en-US" altLang="ko-KR" dirty="0" smtClean="0"/>
              <a:t>4. Enemy </a:t>
            </a:r>
            <a:r>
              <a:rPr lang="ko-KR" altLang="en-US" dirty="0"/>
              <a:t>웨이브 구현 </a:t>
            </a:r>
            <a:endParaRPr lang="en-US" altLang="ko-KR" dirty="0" smtClean="0"/>
          </a:p>
          <a:p>
            <a:pPr fontAlgn="base"/>
            <a:r>
              <a:rPr lang="en-US" altLang="ko-KR" dirty="0" smtClean="0"/>
              <a:t>(</a:t>
            </a:r>
            <a:r>
              <a:rPr lang="ko-KR" altLang="en-US" dirty="0"/>
              <a:t>플레이어 턴 </a:t>
            </a:r>
            <a:r>
              <a:rPr lang="ko-KR" altLang="en-US" dirty="0" smtClean="0"/>
              <a:t>종료 시 </a:t>
            </a:r>
            <a:r>
              <a:rPr lang="ko-KR" altLang="en-US" dirty="0"/>
              <a:t>지정된 수의 </a:t>
            </a:r>
            <a:r>
              <a:rPr lang="ko-KR" altLang="en-US" dirty="0" smtClean="0"/>
              <a:t>적이 </a:t>
            </a:r>
            <a:r>
              <a:rPr lang="ko-KR" altLang="en-US" dirty="0"/>
              <a:t>플레이어의 </a:t>
            </a:r>
            <a:r>
              <a:rPr lang="ko-KR" altLang="en-US" dirty="0" smtClean="0"/>
              <a:t>킹을 </a:t>
            </a:r>
            <a:r>
              <a:rPr lang="ko-KR" altLang="en-US" dirty="0"/>
              <a:t>향해 </a:t>
            </a:r>
            <a:r>
              <a:rPr lang="ko-KR" altLang="en-US" dirty="0" smtClean="0"/>
              <a:t>진격</a:t>
            </a:r>
            <a:r>
              <a:rPr lang="en-US" altLang="ko-KR" dirty="0" smtClean="0"/>
              <a:t>,</a:t>
            </a:r>
          </a:p>
          <a:p>
            <a:pPr fontAlgn="base"/>
            <a:r>
              <a:rPr lang="ko-KR" altLang="en-US" dirty="0" smtClean="0"/>
              <a:t> </a:t>
            </a:r>
            <a:r>
              <a:rPr lang="ko-KR" altLang="en-US" dirty="0"/>
              <a:t>매 턴마다 공격 </a:t>
            </a:r>
            <a:r>
              <a:rPr lang="ko-KR" altLang="en-US" dirty="0" smtClean="0"/>
              <a:t>가능 범위 </a:t>
            </a:r>
            <a:r>
              <a:rPr lang="ko-KR" altLang="en-US" dirty="0"/>
              <a:t>내의 플레이어 기물을 공격하도록 구현</a:t>
            </a:r>
            <a:r>
              <a:rPr lang="en-US" altLang="ko-KR" dirty="0" smtClean="0"/>
              <a:t>)</a:t>
            </a:r>
          </a:p>
          <a:p>
            <a:pPr fontAlgn="base"/>
            <a:endParaRPr lang="en-US" altLang="ko-KR" dirty="0"/>
          </a:p>
          <a:p>
            <a:pPr fontAlgn="base"/>
            <a:r>
              <a:rPr lang="en-US" altLang="ko-KR" dirty="0" smtClean="0"/>
              <a:t>5. </a:t>
            </a:r>
            <a:r>
              <a:rPr lang="ko-KR" altLang="en-US" dirty="0" smtClean="0"/>
              <a:t>스테이지 </a:t>
            </a:r>
            <a:r>
              <a:rPr lang="ko-KR" altLang="en-US" dirty="0"/>
              <a:t>스타트 </a:t>
            </a:r>
            <a:r>
              <a:rPr lang="en-US" altLang="ko-KR" dirty="0"/>
              <a:t>, </a:t>
            </a:r>
            <a:r>
              <a:rPr lang="ko-KR" altLang="en-US" dirty="0" err="1"/>
              <a:t>클리어</a:t>
            </a:r>
            <a:r>
              <a:rPr lang="ko-KR" altLang="en-US" dirty="0"/>
              <a:t>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 fontAlgn="base"/>
            <a:r>
              <a:rPr lang="en-US" altLang="ko-KR" dirty="0" smtClean="0"/>
              <a:t>(</a:t>
            </a:r>
            <a:r>
              <a:rPr lang="ko-KR" altLang="en-US" dirty="0"/>
              <a:t>스테이지 시작 시 </a:t>
            </a:r>
            <a:r>
              <a:rPr lang="en-US" altLang="ko-KR" dirty="0"/>
              <a:t>Player</a:t>
            </a:r>
            <a:r>
              <a:rPr lang="ko-KR" altLang="en-US" dirty="0"/>
              <a:t>가 가진 </a:t>
            </a:r>
            <a:r>
              <a:rPr lang="ko-KR" altLang="en-US" dirty="0" smtClean="0"/>
              <a:t>기물 </a:t>
            </a:r>
            <a:r>
              <a:rPr lang="ko-KR" altLang="en-US" dirty="0"/>
              <a:t>배치 </a:t>
            </a:r>
            <a:r>
              <a:rPr lang="en-US" altLang="ko-KR" dirty="0" smtClean="0"/>
              <a:t>UI</a:t>
            </a:r>
            <a:r>
              <a:rPr lang="ko-KR" altLang="en-US" dirty="0" smtClean="0"/>
              <a:t> </a:t>
            </a:r>
            <a:r>
              <a:rPr lang="ko-KR" altLang="en-US" dirty="0"/>
              <a:t>기능 구현</a:t>
            </a:r>
            <a:r>
              <a:rPr lang="en-US" altLang="ko-KR" dirty="0"/>
              <a:t>, </a:t>
            </a:r>
            <a:endParaRPr lang="en-US" altLang="ko-KR" dirty="0" smtClean="0"/>
          </a:p>
          <a:p>
            <a:pPr fontAlgn="base"/>
            <a:r>
              <a:rPr lang="ko-KR" altLang="en-US" dirty="0" err="1" smtClean="0"/>
              <a:t>클리어</a:t>
            </a:r>
            <a:r>
              <a:rPr lang="ko-KR" altLang="en-US" dirty="0" smtClean="0"/>
              <a:t> </a:t>
            </a:r>
            <a:r>
              <a:rPr lang="ko-KR" altLang="en-US" dirty="0"/>
              <a:t>시 </a:t>
            </a:r>
            <a:r>
              <a:rPr lang="ko-KR" altLang="en-US" dirty="0" err="1"/>
              <a:t>클리어</a:t>
            </a:r>
            <a:r>
              <a:rPr lang="ko-KR" altLang="en-US" dirty="0"/>
              <a:t> 문구 출현 및 재화 </a:t>
            </a:r>
            <a:r>
              <a:rPr lang="ko-KR" altLang="en-US" dirty="0" smtClean="0"/>
              <a:t>획득 후</a:t>
            </a:r>
            <a:r>
              <a:rPr lang="en-US" altLang="ko-KR" dirty="0" smtClean="0"/>
              <a:t> </a:t>
            </a:r>
            <a:r>
              <a:rPr lang="ko-KR" altLang="en-US" dirty="0" smtClean="0"/>
              <a:t>상점 </a:t>
            </a:r>
            <a:r>
              <a:rPr lang="en-US" altLang="ko-KR" dirty="0" smtClean="0"/>
              <a:t>UI </a:t>
            </a:r>
            <a:r>
              <a:rPr lang="ko-KR" altLang="en-US" dirty="0"/>
              <a:t>띄우도록 제작</a:t>
            </a:r>
            <a:r>
              <a:rPr lang="en-US" altLang="ko-KR" dirty="0" smtClean="0"/>
              <a:t>)</a:t>
            </a:r>
          </a:p>
          <a:p>
            <a:pPr fontAlgn="base"/>
            <a:endParaRPr lang="en-US" altLang="ko-KR" dirty="0"/>
          </a:p>
          <a:p>
            <a:pPr fontAlgn="base"/>
            <a:r>
              <a:rPr lang="en-US" altLang="ko-KR" dirty="0" smtClean="0"/>
              <a:t>6. </a:t>
            </a:r>
            <a:r>
              <a:rPr lang="ko-KR" altLang="en-US" dirty="0" smtClean="0"/>
              <a:t>마지막 </a:t>
            </a:r>
            <a:r>
              <a:rPr lang="ko-KR" altLang="en-US" dirty="0"/>
              <a:t>스테이지 </a:t>
            </a:r>
            <a:r>
              <a:rPr lang="ko-KR" altLang="en-US" dirty="0" err="1"/>
              <a:t>클리어</a:t>
            </a:r>
            <a:r>
              <a:rPr lang="ko-KR" altLang="en-US" dirty="0"/>
              <a:t> 조건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 fontAlgn="base"/>
            <a:r>
              <a:rPr lang="en-US" altLang="ko-KR" dirty="0" smtClean="0"/>
              <a:t>(</a:t>
            </a:r>
            <a:r>
              <a:rPr lang="ko-KR" altLang="en-US" dirty="0"/>
              <a:t>매 턴 </a:t>
            </a:r>
            <a:r>
              <a:rPr lang="ko-KR" altLang="en-US" dirty="0" smtClean="0"/>
              <a:t>종료 시마다 </a:t>
            </a:r>
            <a:r>
              <a:rPr lang="ko-KR" altLang="en-US" dirty="0" err="1"/>
              <a:t>체크메이트</a:t>
            </a:r>
            <a:r>
              <a:rPr lang="ko-KR" altLang="en-US" dirty="0"/>
              <a:t> 상태 확인하고 </a:t>
            </a:r>
            <a:r>
              <a:rPr lang="ko-KR" altLang="en-US" dirty="0" err="1"/>
              <a:t>체크메이트</a:t>
            </a:r>
            <a:r>
              <a:rPr lang="ko-KR" altLang="en-US" dirty="0"/>
              <a:t> 시 마지막 스테이지 </a:t>
            </a:r>
            <a:r>
              <a:rPr lang="ko-KR" altLang="en-US" dirty="0" err="1"/>
              <a:t>클리어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엔딩</a:t>
            </a:r>
            <a:r>
              <a:rPr lang="en-US" altLang="ko-KR" dirty="0" smtClean="0"/>
              <a:t>)</a:t>
            </a:r>
          </a:p>
          <a:p>
            <a:pPr fontAlgn="base"/>
            <a:endParaRPr lang="en-US" altLang="ko-KR" dirty="0"/>
          </a:p>
          <a:p>
            <a:pPr fontAlgn="base"/>
            <a:r>
              <a:rPr lang="en-US" altLang="ko-KR" dirty="0" smtClean="0"/>
              <a:t>7. </a:t>
            </a:r>
            <a:r>
              <a:rPr lang="ko-KR" altLang="en-US" dirty="0" smtClean="0"/>
              <a:t>특수 </a:t>
            </a:r>
            <a:r>
              <a:rPr lang="ko-KR" altLang="en-US" dirty="0"/>
              <a:t>기물 </a:t>
            </a:r>
            <a:r>
              <a:rPr lang="ko-KR" altLang="en-US" dirty="0" smtClean="0"/>
              <a:t>구현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ko-KR" altLang="en-US" dirty="0"/>
              <a:t>기존 체스 룰을 깨는 특수 기물들 구현하여 플레이어 상점에 등장하도록 구현</a:t>
            </a:r>
            <a:r>
              <a:rPr lang="en-US" altLang="ko-KR" dirty="0"/>
              <a:t>)</a:t>
            </a:r>
          </a:p>
          <a:p>
            <a:pPr fontAlgn="base"/>
            <a:endParaRPr lang="en-US" altLang="ko-KR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464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3. </a:t>
            </a:r>
            <a:r>
              <a:rPr lang="ko-KR" altLang="en-US" sz="2400" dirty="0" smtClean="0"/>
              <a:t>게임의 주요 시스템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1712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464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4. UI/UX </a:t>
            </a:r>
            <a:endParaRPr lang="ko-KR" altLang="en-US" sz="2400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885" y="1055718"/>
            <a:ext cx="8447116" cy="4793740"/>
          </a:xfrm>
        </p:spPr>
      </p:pic>
      <p:sp>
        <p:nvSpPr>
          <p:cNvPr id="8" name="TextBox 7"/>
          <p:cNvSpPr txBox="1"/>
          <p:nvPr/>
        </p:nvSpPr>
        <p:spPr>
          <a:xfrm>
            <a:off x="1374885" y="584945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예시 자료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88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46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5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기대 성과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972590"/>
            <a:ext cx="102579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최근 체스에 입문하는 사람이 적어지고 흥미를 느끼기 어려워하는 사람이 많다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그래서 최신 게임 장르와 체스를 섞어 사람들이 </a:t>
            </a:r>
            <a:r>
              <a:rPr lang="ko-KR" altLang="en-US" dirty="0" err="1" smtClean="0"/>
              <a:t>친숙하면서</a:t>
            </a:r>
            <a:r>
              <a:rPr lang="ko-KR" altLang="en-US" dirty="0" smtClean="0"/>
              <a:t> 재미를 줄 수 있는 방식으로</a:t>
            </a:r>
            <a:endParaRPr lang="en-US" altLang="ko-KR" dirty="0" smtClean="0"/>
          </a:p>
          <a:p>
            <a:r>
              <a:rPr lang="ko-KR" altLang="en-US" dirty="0" smtClean="0"/>
              <a:t>체스 기물의 행마 법을 익히고 </a:t>
            </a:r>
            <a:r>
              <a:rPr lang="ko-KR" altLang="en-US" dirty="0" err="1" smtClean="0"/>
              <a:t>체크메이트까지의</a:t>
            </a:r>
            <a:r>
              <a:rPr lang="ko-KR" altLang="en-US" dirty="0" smtClean="0"/>
              <a:t> 과정을 간략하게 보여준다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위 효과를 통해서 체스에 입문하는 사람이 많아지도록 쉽게 교육할 수 있다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02" y="3010184"/>
            <a:ext cx="3287531" cy="329184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777" y="3008368"/>
            <a:ext cx="3269686" cy="32525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630202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캐슬링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53751" y="630202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앙파상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199" y="3008368"/>
            <a:ext cx="3234601" cy="32507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19199" y="63020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프로모션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350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350</ep:Words>
  <ep:PresentationFormat>와이드스크린</ep:PresentationFormat>
  <ep:Paragraphs>68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테마</vt:lpstr>
      <vt:lpstr>슬라이드 1</vt:lpstr>
      <vt:lpstr>1. 게임 컨셉</vt:lpstr>
      <vt:lpstr>2. 게임 진행 과정</vt:lpstr>
      <vt:lpstr>2. 게임 진행 과정</vt:lpstr>
      <vt:lpstr>3. 게임의 주요 시스템</vt:lpstr>
      <vt:lpstr>4. UI/UX</vt:lpstr>
      <vt:lpstr>5. 기대 성과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2026-08-20T10:42:30.000</dcterms:created>
  <dc:creator>USER</dc:creator>
  <cp:lastModifiedBy>imjun</cp:lastModifiedBy>
  <dcterms:modified xsi:type="dcterms:W3CDTF">2026-08-30T09:58:06.951</dcterms:modified>
  <cp:revision>32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